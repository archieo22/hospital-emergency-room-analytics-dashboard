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Sora Light"/>
      <p:regular r:id="rId17"/>
      <p:bold r:id="rId18"/>
    </p:embeddedFont>
    <p:embeddedFont>
      <p:font typeface="Sor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r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SoraLight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ra-regular.fntdata"/><Relationship Id="rId6" Type="http://schemas.openxmlformats.org/officeDocument/2006/relationships/slide" Target="slides/slide1.xml"/><Relationship Id="rId18" Type="http://schemas.openxmlformats.org/officeDocument/2006/relationships/font" Target="fonts/Sora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5b9729f8f1df9e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5b9729f8f1df9e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5b9729f8f1df9e61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5b9729f8f1df9e61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5b9729f8f1df9e61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5b9729f8f1df9e61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5b9729f8f1df9e61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5b9729f8f1df9e61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5b9729f8f1df9e61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5b9729f8f1df9e61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5b9729f8f1df9e61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5b9729f8f1df9e61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5b9729f8f1df9e61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5b9729f8f1df9e61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3" name="Google Shape;83;p13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4" name="Google Shape;84;p1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5" name="Google Shape;85;p13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86" name="Google Shape;86;p13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87" name="Google Shape;87;p13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88" name="Google Shape;88;p13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89" name="Google Shape;89;p13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90" name="Google Shape;90;p1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1" name="Google Shape;91;p1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2" name="Google Shape;92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1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13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96" name="Google Shape;96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1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1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0" name="Google Shape;100;p1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1" name="Google Shape;101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4" name="Google Shape;104;p1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5" name="Google Shape;105;p13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106" name="Google Shape;106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8" name="Google Shape;108;p13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9" name="Google Shape;109;p1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0" y="2007225"/>
            <a:ext cx="5876700" cy="211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Arial"/>
                <a:ea typeface="Arial"/>
                <a:cs typeface="Arial"/>
                <a:sym typeface="Arial"/>
              </a:rPr>
              <a:t>Hospital Emergency Room </a:t>
            </a:r>
            <a:r>
              <a:rPr lang="en" sz="4800"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lang="en" sz="4800">
                <a:latin typeface="Arial"/>
                <a:ea typeface="Arial"/>
                <a:cs typeface="Arial"/>
                <a:sym typeface="Arial"/>
              </a:rPr>
              <a:t>kickoff</a:t>
            </a:r>
            <a:endParaRPr sz="4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Arial"/>
                <a:ea typeface="Arial"/>
                <a:cs typeface="Arial"/>
                <a:sym typeface="Arial"/>
              </a:rPr>
              <a:t>presentation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 txBox="1"/>
          <p:nvPr>
            <p:ph idx="1" type="subTitle"/>
          </p:nvPr>
        </p:nvSpPr>
        <p:spPr>
          <a:xfrm>
            <a:off x="130200" y="4563300"/>
            <a:ext cx="4922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Power BI Presentation by Archana Ogirala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311700" y="84350"/>
            <a:ext cx="85206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"/>
              <a:buFont typeface="Arial"/>
              <a:buNone/>
            </a:pPr>
            <a:r>
              <a:rPr b="1" lang="en" sz="2050">
                <a:latin typeface="Arial"/>
                <a:ea typeface="Arial"/>
                <a:cs typeface="Arial"/>
                <a:sym typeface="Arial"/>
              </a:rPr>
              <a:t>HOSPITAL EMERGENCY ROOM DASHBOARD</a:t>
            </a:r>
            <a:endParaRPr b="1"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9286"/>
              <a:buFont typeface="Arial"/>
              <a:buNone/>
            </a:pPr>
            <a:r>
              <a:t/>
            </a:r>
            <a:endParaRPr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rial Rounded"/>
                <a:ea typeface="Arial Rounded"/>
                <a:cs typeface="Arial Rounded"/>
                <a:sym typeface="Arial Rounded"/>
              </a:rPr>
              <a:t>STEPS IN PROJECT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311700" y="815375"/>
            <a:ext cx="85206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 Gathering/ Business Requirements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Walkthrough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Connection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Cleaning / Quality Check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Modeling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Processing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DAX Calculations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 Layouting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 Development and Formatting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 / Report Development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Insights Generation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311700" y="84350"/>
            <a:ext cx="85206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latin typeface="Arial"/>
                <a:ea typeface="Arial"/>
                <a:cs typeface="Arial"/>
                <a:sym typeface="Arial"/>
              </a:rPr>
              <a:t>HOSPITAL EMERGENCY ROOM DASHBOARD</a:t>
            </a:r>
            <a:endParaRPr b="1"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311700" y="501750"/>
            <a:ext cx="8520600" cy="41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KPI Requirements: </a:t>
            </a:r>
            <a:b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b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Monthly View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Consolidated View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Details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311700" y="84350"/>
            <a:ext cx="85206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latin typeface="Arial"/>
                <a:ea typeface="Arial"/>
                <a:cs typeface="Arial"/>
                <a:sym typeface="Arial"/>
              </a:rPr>
              <a:t>HOSPITAL EMERGENCY ROOM DASHBOARD</a:t>
            </a:r>
            <a:endParaRPr b="1"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311700" y="501750"/>
            <a:ext cx="8520600" cy="41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30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b="1" lang="en" sz="1200">
                <a:solidFill>
                  <a:schemeClr val="dk1"/>
                </a:solidFill>
              </a:rPr>
              <a:t>Number of Patients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Measure the total number of patients visiting the ER daily.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Display a daily trend using an area sparkline to understand patterns over time, such as peak days or seasonal trends.</a:t>
            </a:r>
            <a:endParaRPr sz="1200">
              <a:solidFill>
                <a:schemeClr val="dk1"/>
              </a:solidFill>
            </a:endParaRPr>
          </a:p>
          <a:p>
            <a:pPr indent="-2730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b="1" lang="en" sz="1200">
                <a:solidFill>
                  <a:schemeClr val="dk1"/>
                </a:solidFill>
              </a:rPr>
              <a:t>Average Wait Time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Calculate the average time patients wait before being attended to by a medical professional.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Use an area sparkline to show daily fluctuations and identify days with higher wait times that may require operational adjustments.</a:t>
            </a:r>
            <a:endParaRPr sz="1200">
              <a:solidFill>
                <a:schemeClr val="dk1"/>
              </a:solidFill>
            </a:endParaRPr>
          </a:p>
          <a:p>
            <a:pPr indent="-2730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b="1" lang="en" sz="1200">
                <a:solidFill>
                  <a:schemeClr val="dk1"/>
                </a:solidFill>
              </a:rPr>
              <a:t>Patient Satisfaction Score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Analyze the average satisfaction score of patients on a daily basis to evaluate the quality of service provided.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Present a daily trend using an area sparkline to identify dips in satisfaction and correlate them with operational challenges or peak times.</a:t>
            </a:r>
            <a:endParaRPr sz="1200">
              <a:solidFill>
                <a:schemeClr val="dk1"/>
              </a:solidFill>
            </a:endParaRPr>
          </a:p>
          <a:p>
            <a:pPr indent="-3302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b="1" lang="en" sz="1200">
                <a:solidFill>
                  <a:schemeClr val="dk1"/>
                </a:solidFill>
              </a:rPr>
              <a:t>Number of Patients Referred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Count the number of patients referred to specific departments from the ER each day.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Use an area sparkline to track daily trends and identify departments with high referral rates, which may require additional resources.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BUSINESS REQUIREMENTS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000">
                <a:solidFill>
                  <a:srgbClr val="002060"/>
                </a:solidFill>
              </a:rPr>
              <a:t>Dashboard 1: Monthly View </a:t>
            </a:r>
            <a:endParaRPr sz="14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Objective: </a:t>
            </a: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key metrics and trends on a month-by-month basis to identify patterns and areas for improvement.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Charts to Develop:</a:t>
            </a:r>
            <a:endParaRPr sz="1500">
              <a:solidFill>
                <a:schemeClr val="dk1"/>
              </a:solidFill>
            </a:endParaRPr>
          </a:p>
          <a:p>
            <a:pPr indent="-284956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>
                <a:solidFill>
                  <a:schemeClr val="dk1"/>
                </a:solidFill>
              </a:rPr>
              <a:t>Patient Admission Status: Track admitted vs. non-admitted patients.</a:t>
            </a:r>
            <a:endParaRPr sz="1500">
              <a:solidFill>
                <a:schemeClr val="dk1"/>
              </a:solidFill>
            </a:endParaRPr>
          </a:p>
          <a:p>
            <a:pPr indent="-284956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>
                <a:solidFill>
                  <a:schemeClr val="dk1"/>
                </a:solidFill>
              </a:rPr>
              <a:t>Patient Age Distribution: Group patients by 10-year age intervals.</a:t>
            </a:r>
            <a:endParaRPr sz="1500">
              <a:solidFill>
                <a:schemeClr val="dk1"/>
              </a:solidFill>
            </a:endParaRPr>
          </a:p>
          <a:p>
            <a:pPr indent="-284956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>
                <a:solidFill>
                  <a:schemeClr val="dk1"/>
                </a:solidFill>
              </a:rPr>
              <a:t>Department Referrals: Analyze referral trends across different departments.</a:t>
            </a:r>
            <a:endParaRPr sz="1500">
              <a:solidFill>
                <a:schemeClr val="dk1"/>
              </a:solidFill>
            </a:endParaRPr>
          </a:p>
          <a:p>
            <a:pPr indent="-284956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>
                <a:solidFill>
                  <a:schemeClr val="dk1"/>
                </a:solidFill>
              </a:rPr>
              <a:t>Timeliness: Measure the percentage of patients seen within 30 minutes.</a:t>
            </a:r>
            <a:endParaRPr sz="1500">
              <a:solidFill>
                <a:schemeClr val="dk1"/>
              </a:solidFill>
            </a:endParaRPr>
          </a:p>
          <a:p>
            <a:pPr indent="-284956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>
                <a:solidFill>
                  <a:schemeClr val="dk1"/>
                </a:solidFill>
              </a:rPr>
              <a:t>Gender Analysis: Visualize patient distribution by gender.</a:t>
            </a:r>
            <a:endParaRPr sz="1500">
              <a:solidFill>
                <a:schemeClr val="dk1"/>
              </a:solidFill>
            </a:endParaRPr>
          </a:p>
          <a:p>
            <a:pPr indent="-284956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>
                <a:solidFill>
                  <a:schemeClr val="dk1"/>
                </a:solidFill>
              </a:rPr>
              <a:t>Racial Demographics: Analyze patient data by race.</a:t>
            </a:r>
            <a:endParaRPr sz="1500">
              <a:solidFill>
                <a:schemeClr val="dk1"/>
              </a:solidFill>
            </a:endParaRPr>
          </a:p>
          <a:p>
            <a:pPr indent="-284956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>
                <a:solidFill>
                  <a:schemeClr val="dk1"/>
                </a:solidFill>
              </a:rPr>
              <a:t>Time Analysis: Assess patient volume by day and hour.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rial Rounded"/>
                <a:ea typeface="Arial Rounded"/>
                <a:cs typeface="Arial Rounded"/>
                <a:sym typeface="Arial Rounded"/>
              </a:rPr>
              <a:t>BUSINESS REQUIREMENTS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311700" y="1229875"/>
            <a:ext cx="8520600" cy="21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400">
                <a:solidFill>
                  <a:srgbClr val="1E4E79"/>
                </a:solidFill>
              </a:rPr>
              <a:t>Dashboard 2: Consolidated View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Objective: </a:t>
            </a:r>
            <a:r>
              <a:rPr b="1" lang="en" sz="1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Provide a holistic summary of hospital performance for a selected date range.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Charts to Develop:</a:t>
            </a:r>
            <a:endParaRPr sz="1400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>
                <a:solidFill>
                  <a:schemeClr val="dk1"/>
                </a:solidFill>
              </a:rPr>
              <a:t>Similar metrics as the Monthly View, but aggregated over a customizable date range for broader insights and trend </a:t>
            </a:r>
            <a:r>
              <a:rPr lang="en">
                <a:solidFill>
                  <a:schemeClr val="dk1"/>
                </a:solidFill>
              </a:rPr>
              <a:t>analysis</a:t>
            </a:r>
            <a:endParaRPr b="1">
              <a:solidFill>
                <a:srgbClr val="1E4E7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rial Rounded"/>
                <a:ea typeface="Arial Rounded"/>
                <a:cs typeface="Arial Rounded"/>
                <a:sym typeface="Arial Rounded"/>
              </a:rPr>
              <a:t>BUSINESS REQUIREMENTS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311700" y="1017800"/>
            <a:ext cx="8520600" cy="3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Dashboard 3: Patient Details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Objective: </a:t>
            </a: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Offer granular insights into patient-level data to enable detailed analysis and troubleshooting.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Charts to Develop: </a:t>
            </a:r>
            <a:r>
              <a:rPr lang="en" sz="1400">
                <a:solidFill>
                  <a:schemeClr val="dk1"/>
                </a:solidFill>
              </a:rPr>
              <a:t>A grid displaying essential fields:</a:t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en" sz="1400">
                <a:solidFill>
                  <a:schemeClr val="dk1"/>
                </a:solidFill>
              </a:rPr>
              <a:t>Patient ID</a:t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en" sz="1400">
                <a:solidFill>
                  <a:schemeClr val="dk1"/>
                </a:solidFill>
              </a:rPr>
              <a:t>Patient Full Name</a:t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en" sz="1400">
                <a:solidFill>
                  <a:schemeClr val="dk1"/>
                </a:solidFill>
              </a:rPr>
              <a:t>Gender</a:t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en" sz="1400">
                <a:solidFill>
                  <a:schemeClr val="dk1"/>
                </a:solidFill>
              </a:rPr>
              <a:t>Age</a:t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en" sz="1400">
                <a:solidFill>
                  <a:schemeClr val="dk1"/>
                </a:solidFill>
              </a:rPr>
              <a:t>Admission Date</a:t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en" sz="1400">
                <a:solidFill>
                  <a:schemeClr val="dk1"/>
                </a:solidFill>
              </a:rPr>
              <a:t>Patient Race</a:t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en" sz="1400">
                <a:solidFill>
                  <a:schemeClr val="dk1"/>
                </a:solidFill>
              </a:rPr>
              <a:t>Wait Time</a:t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en" sz="1400">
                <a:solidFill>
                  <a:schemeClr val="dk1"/>
                </a:solidFill>
              </a:rPr>
              <a:t>Department Referral</a:t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en" sz="1400">
                <a:solidFill>
                  <a:schemeClr val="dk1"/>
                </a:solidFill>
              </a:rPr>
              <a:t>Admission Status</a:t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